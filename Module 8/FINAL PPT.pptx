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ans" panose="020B0502040504020204" pitchFamily="34" charset="0"/>
      <p:regular r:id="rId13"/>
      <p:italic r:id="rId14"/>
    </p:embeddedFont>
    <p:embeddedFont>
      <p:font typeface="Noto Sans Bold" panose="020B0802040504020204" charset="0"/>
      <p:regular r:id="rId15"/>
    </p:embeddedFont>
    <p:embeddedFont>
      <p:font typeface="Sora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70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359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EDUVISION ANALYTICS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504605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Education Performance Dashboard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Transforming University Ranking Data into Interactive Insights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771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Introduction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2584549"/>
            <a:ext cx="5366112" cy="1129605"/>
          </a:xfrm>
          <a:prstGeom prst="roundRect">
            <a:avLst>
              <a:gd name="adj" fmla="val 213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106" y="2745184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Complex Data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106" y="3078063"/>
            <a:ext cx="50448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University ranking datasets contain many performance indicators that are difficult to interpret manually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64108" y="2584549"/>
            <a:ext cx="5366112" cy="1129605"/>
          </a:xfrm>
          <a:prstGeom prst="roundRect">
            <a:avLst>
              <a:gd name="adj" fmla="val 213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24739" y="2745184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Dual Sources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24739" y="3078063"/>
            <a:ext cx="50448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project combines both QS and THE ranking datasets into a unified analytical framework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1475" y="3850680"/>
            <a:ext cx="5366112" cy="1129605"/>
          </a:xfrm>
          <a:prstGeom prst="roundRect">
            <a:avLst>
              <a:gd name="adj" fmla="val 213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106" y="4011315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Visual Insights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106" y="4344194"/>
            <a:ext cx="50448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Tableau converts complex data into interactive visual insights for easy exploration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4108" y="3850680"/>
            <a:ext cx="5366112" cy="1129605"/>
          </a:xfrm>
          <a:prstGeom prst="roundRect">
            <a:avLst>
              <a:gd name="adj" fmla="val 213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24739" y="4011315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Comparison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4739" y="4344194"/>
            <a:ext cx="50448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Enables meaningful comparison of universities and countries across multiple indicators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82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 &amp; Objective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792413"/>
            <a:ext cx="5476043" cy="2147292"/>
          </a:xfrm>
          <a:prstGeom prst="roundRect">
            <a:avLst>
              <a:gd name="adj" fmla="val 132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14357" y="298142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465711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 and complex ranking datasets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Difficult manual comparison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indicators across datasets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Difficult to identify patterns quickly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9814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46571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Analyze university performance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universities and countries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research and student metrics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interactive visual insights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Processing Workflow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Numeric Convert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Missing Values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Cleaning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Integration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Collection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 ranking data from QS and THE sources is systematically processed through eight stages before being visualized in Tableau interactive dashboards.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95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Home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76338"/>
            <a:ext cx="6903269" cy="3779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221706"/>
            <a:ext cx="35042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Provides an overall view of university performance using key ranking indicators. It summarizes total universities, overall score, global ranking and country-level performance.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4206280"/>
            <a:ext cx="350421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Overall performance summary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ranking indicators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Country-level comparison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 navigation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28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University Analytics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69591"/>
            <a:ext cx="6903269" cy="37928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339876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Focuses on university-level performance and comparison using academic, citation, employer and overall performance indicators.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3719612"/>
            <a:ext cx="350421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university comparison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Academic reputation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Citation performance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Employer reputation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tiers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59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Research Analytics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82688"/>
            <a:ext cx="6903269" cy="37667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491184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Analyzes research strength and research-related indicators across universities and countries.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3568502"/>
            <a:ext cx="350421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performance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leaders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Citation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productivity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International research network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90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Student Analytics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75842"/>
            <a:ext cx="6903269" cy="37803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339876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Analyzes student-focused indicators such as student experience, teaching strength and international student reach.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3719612"/>
            <a:ext cx="350421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 experience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Teaching strength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reach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 reach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International student indicators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44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Country Comparison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81200"/>
            <a:ext cx="6903269" cy="37697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188766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Compares higher-education performance across countries using academic, faculty, global outlook, employment and sustainability indicators.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3870920"/>
            <a:ext cx="350421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Academic standing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Faculty balance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outlook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Employment success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Sustainability comparison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843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458468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Questions &amp; Answers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Widescreen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Sora Medium</vt:lpstr>
      <vt:lpstr>Noto Sans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UnniKrishnan Ravichandran</dc:creator>
  <cp:lastModifiedBy>UnniKrishnan Ravichandran</cp:lastModifiedBy>
  <cp:revision>1</cp:revision>
  <dcterms:created xsi:type="dcterms:W3CDTF">2026-09-15T17:07:01Z</dcterms:created>
  <dcterms:modified xsi:type="dcterms:W3CDTF">2026-09-15T17:08:17Z</dcterms:modified>
</cp:coreProperties>
</file>